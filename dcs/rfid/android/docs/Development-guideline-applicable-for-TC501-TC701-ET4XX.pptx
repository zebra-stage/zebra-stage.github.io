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mar Shetter Rajendra, Shashi" userId="4a28db46-e7d2-4209-ae7b-113cf05396b3" providerId="ADAL" clId="{17F72103-E68E-4A75-B4BD-488C46BA0005}"/>
    <pc:docChg chg="undo custSel addSld modSld">
      <pc:chgData name="Kumar Shetter Rajendra, Shashi" userId="4a28db46-e7d2-4209-ae7b-113cf05396b3" providerId="ADAL" clId="{17F72103-E68E-4A75-B4BD-488C46BA0005}" dt="2026-06-26T08:09:36.104" v="1132" actId="1076"/>
      <pc:docMkLst>
        <pc:docMk/>
      </pc:docMkLst>
      <pc:sldChg chg="modSp mod">
        <pc:chgData name="Kumar Shetter Rajendra, Shashi" userId="4a28db46-e7d2-4209-ae7b-113cf05396b3" providerId="ADAL" clId="{17F72103-E68E-4A75-B4BD-488C46BA0005}" dt="2026-06-17T09:58:12.896" v="113" actId="14100"/>
        <pc:sldMkLst>
          <pc:docMk/>
          <pc:sldMk cId="1270867220" sldId="257"/>
        </pc:sldMkLst>
        <pc:spChg chg="mod">
          <ac:chgData name="Kumar Shetter Rajendra, Shashi" userId="4a28db46-e7d2-4209-ae7b-113cf05396b3" providerId="ADAL" clId="{17F72103-E68E-4A75-B4BD-488C46BA0005}" dt="2026-06-17T09:58:12.896" v="113" actId="14100"/>
          <ac:spMkLst>
            <pc:docMk/>
            <pc:sldMk cId="1270867220" sldId="257"/>
            <ac:spMk id="2" creationId="{56D624DD-E52E-951F-3090-29EFDC1BBCE7}"/>
          </ac:spMkLst>
        </pc:spChg>
        <pc:spChg chg="mod">
          <ac:chgData name="Kumar Shetter Rajendra, Shashi" userId="4a28db46-e7d2-4209-ae7b-113cf05396b3" providerId="ADAL" clId="{17F72103-E68E-4A75-B4BD-488C46BA0005}" dt="2026-06-17T09:57:46.982" v="110" actId="20577"/>
          <ac:spMkLst>
            <pc:docMk/>
            <pc:sldMk cId="1270867220" sldId="257"/>
            <ac:spMk id="3" creationId="{BB14D347-C1E2-75BB-CFF4-938B12DB6F02}"/>
          </ac:spMkLst>
        </pc:spChg>
      </pc:sldChg>
      <pc:sldChg chg="addSp delSp modSp new mod">
        <pc:chgData name="Kumar Shetter Rajendra, Shashi" userId="4a28db46-e7d2-4209-ae7b-113cf05396b3" providerId="ADAL" clId="{17F72103-E68E-4A75-B4BD-488C46BA0005}" dt="2026-06-17T10:01:37.046" v="121" actId="478"/>
        <pc:sldMkLst>
          <pc:docMk/>
          <pc:sldMk cId="1411427286" sldId="259"/>
        </pc:sldMkLst>
        <pc:picChg chg="add mod">
          <ac:chgData name="Kumar Shetter Rajendra, Shashi" userId="4a28db46-e7d2-4209-ae7b-113cf05396b3" providerId="ADAL" clId="{17F72103-E68E-4A75-B4BD-488C46BA0005}" dt="2026-06-17T10:01:35.005" v="120" actId="14100"/>
          <ac:picMkLst>
            <pc:docMk/>
            <pc:sldMk cId="1411427286" sldId="259"/>
            <ac:picMk id="8" creationId="{7935A604-EE36-86D5-E3C9-9DA83547BF5C}"/>
          </ac:picMkLst>
        </pc:picChg>
      </pc:sldChg>
      <pc:sldChg chg="addSp delSp modSp new mod">
        <pc:chgData name="Kumar Shetter Rajendra, Shashi" userId="4a28db46-e7d2-4209-ae7b-113cf05396b3" providerId="ADAL" clId="{17F72103-E68E-4A75-B4BD-488C46BA0005}" dt="2026-06-26T08:09:36.104" v="1132" actId="1076"/>
        <pc:sldMkLst>
          <pc:docMk/>
          <pc:sldMk cId="3762348994" sldId="260"/>
        </pc:sldMkLst>
        <pc:picChg chg="add mod">
          <ac:chgData name="Kumar Shetter Rajendra, Shashi" userId="4a28db46-e7d2-4209-ae7b-113cf05396b3" providerId="ADAL" clId="{17F72103-E68E-4A75-B4BD-488C46BA0005}" dt="2026-06-26T08:09:36.104" v="1132" actId="1076"/>
          <ac:picMkLst>
            <pc:docMk/>
            <pc:sldMk cId="3762348994" sldId="260"/>
            <ac:picMk id="3" creationId="{1CB55432-FD94-4ADE-2E16-061988D147F7}"/>
          </ac:picMkLst>
        </pc:picChg>
        <pc:picChg chg="add mod">
          <ac:chgData name="Kumar Shetter Rajendra, Shashi" userId="4a28db46-e7d2-4209-ae7b-113cf05396b3" providerId="ADAL" clId="{17F72103-E68E-4A75-B4BD-488C46BA0005}" dt="2026-06-26T08:09:31.074" v="1130" actId="1076"/>
          <ac:picMkLst>
            <pc:docMk/>
            <pc:sldMk cId="3762348994" sldId="260"/>
            <ac:picMk id="5" creationId="{41E88C34-92B1-50FE-11D0-127CA4980147}"/>
          </ac:picMkLst>
        </pc:picChg>
      </pc:sldChg>
      <pc:sldChg chg="modSp new mod">
        <pc:chgData name="Kumar Shetter Rajendra, Shashi" userId="4a28db46-e7d2-4209-ae7b-113cf05396b3" providerId="ADAL" clId="{17F72103-E68E-4A75-B4BD-488C46BA0005}" dt="2026-06-17T12:55:23.151" v="888" actId="33524"/>
        <pc:sldMkLst>
          <pc:docMk/>
          <pc:sldMk cId="3850591639" sldId="261"/>
        </pc:sldMkLst>
        <pc:spChg chg="mod">
          <ac:chgData name="Kumar Shetter Rajendra, Shashi" userId="4a28db46-e7d2-4209-ae7b-113cf05396b3" providerId="ADAL" clId="{17F72103-E68E-4A75-B4BD-488C46BA0005}" dt="2026-06-17T12:30:00.256" v="246" actId="20577"/>
          <ac:spMkLst>
            <pc:docMk/>
            <pc:sldMk cId="3850591639" sldId="261"/>
            <ac:spMk id="2" creationId="{31883C25-EE18-F624-3907-45484DB38778}"/>
          </ac:spMkLst>
        </pc:spChg>
        <pc:spChg chg="mod">
          <ac:chgData name="Kumar Shetter Rajendra, Shashi" userId="4a28db46-e7d2-4209-ae7b-113cf05396b3" providerId="ADAL" clId="{17F72103-E68E-4A75-B4BD-488C46BA0005}" dt="2026-06-17T12:55:23.151" v="888" actId="33524"/>
          <ac:spMkLst>
            <pc:docMk/>
            <pc:sldMk cId="3850591639" sldId="261"/>
            <ac:spMk id="3" creationId="{175640B5-CD20-1CF8-477C-10EC2C1C6A7A}"/>
          </ac:spMkLst>
        </pc:spChg>
      </pc:sldChg>
      <pc:sldChg chg="modSp new mod">
        <pc:chgData name="Kumar Shetter Rajendra, Shashi" userId="4a28db46-e7d2-4209-ae7b-113cf05396b3" providerId="ADAL" clId="{17F72103-E68E-4A75-B4BD-488C46BA0005}" dt="2026-06-17T12:32:14.160" v="562" actId="313"/>
        <pc:sldMkLst>
          <pc:docMk/>
          <pc:sldMk cId="2385758824" sldId="262"/>
        </pc:sldMkLst>
        <pc:spChg chg="mod">
          <ac:chgData name="Kumar Shetter Rajendra, Shashi" userId="4a28db46-e7d2-4209-ae7b-113cf05396b3" providerId="ADAL" clId="{17F72103-E68E-4A75-B4BD-488C46BA0005}" dt="2026-06-17T12:31:00.905" v="337" actId="122"/>
          <ac:spMkLst>
            <pc:docMk/>
            <pc:sldMk cId="2385758824" sldId="262"/>
            <ac:spMk id="2" creationId="{E8FBDFCE-85CF-F5F0-EE0D-E9AD24BFC837}"/>
          </ac:spMkLst>
        </pc:spChg>
        <pc:spChg chg="mod">
          <ac:chgData name="Kumar Shetter Rajendra, Shashi" userId="4a28db46-e7d2-4209-ae7b-113cf05396b3" providerId="ADAL" clId="{17F72103-E68E-4A75-B4BD-488C46BA0005}" dt="2026-06-17T12:32:14.160" v="562" actId="313"/>
          <ac:spMkLst>
            <pc:docMk/>
            <pc:sldMk cId="2385758824" sldId="262"/>
            <ac:spMk id="3" creationId="{3FCFEB7D-E3C7-20AE-6256-3050A4E5BC67}"/>
          </ac:spMkLst>
        </pc:spChg>
      </pc:sldChg>
      <pc:sldChg chg="addSp delSp modSp new mod">
        <pc:chgData name="Kumar Shetter Rajendra, Shashi" userId="4a28db46-e7d2-4209-ae7b-113cf05396b3" providerId="ADAL" clId="{17F72103-E68E-4A75-B4BD-488C46BA0005}" dt="2026-06-26T08:07:42.790" v="1128" actId="478"/>
        <pc:sldMkLst>
          <pc:docMk/>
          <pc:sldMk cId="1559150598" sldId="263"/>
        </pc:sldMkLst>
        <pc:spChg chg="mod">
          <ac:chgData name="Kumar Shetter Rajendra, Shashi" userId="4a28db46-e7d2-4209-ae7b-113cf05396b3" providerId="ADAL" clId="{17F72103-E68E-4A75-B4BD-488C46BA0005}" dt="2026-06-17T12:33:10.791" v="586" actId="122"/>
          <ac:spMkLst>
            <pc:docMk/>
            <pc:sldMk cId="1559150598" sldId="263"/>
            <ac:spMk id="2" creationId="{92355A47-41CB-8EA3-A24D-5F9D1E048866}"/>
          </ac:spMkLst>
        </pc:spChg>
        <pc:spChg chg="mod">
          <ac:chgData name="Kumar Shetter Rajendra, Shashi" userId="4a28db46-e7d2-4209-ae7b-113cf05396b3" providerId="ADAL" clId="{17F72103-E68E-4A75-B4BD-488C46BA0005}" dt="2026-06-17T13:04:27.978" v="1126" actId="313"/>
          <ac:spMkLst>
            <pc:docMk/>
            <pc:sldMk cId="1559150598" sldId="263"/>
            <ac:spMk id="3" creationId="{25318C06-D261-D93B-6711-8927AC4DB2A0}"/>
          </ac:spMkLst>
        </pc:spChg>
        <pc:spChg chg="add mod">
          <ac:chgData name="Kumar Shetter Rajendra, Shashi" userId="4a28db46-e7d2-4209-ae7b-113cf05396b3" providerId="ADAL" clId="{17F72103-E68E-4A75-B4BD-488C46BA0005}" dt="2026-06-17T13:01:46.218" v="1044"/>
          <ac:spMkLst>
            <pc:docMk/>
            <pc:sldMk cId="1559150598" sldId="263"/>
            <ac:spMk id="7" creationId="{BD6E816E-D22A-FDE2-47E8-7562A40574E8}"/>
          </ac:spMkLst>
        </pc:spChg>
        <pc:graphicFrameChg chg="add del mod modGraphic">
          <ac:chgData name="Kumar Shetter Rajendra, Shashi" userId="4a28db46-e7d2-4209-ae7b-113cf05396b3" providerId="ADAL" clId="{17F72103-E68E-4A75-B4BD-488C46BA0005}" dt="2026-06-26T08:07:42.790" v="1128" actId="478"/>
          <ac:graphicFrameMkLst>
            <pc:docMk/>
            <pc:sldMk cId="1559150598" sldId="263"/>
            <ac:graphicFrameMk id="6" creationId="{D16BC8A8-AF15-DA13-EA98-05302264E3BE}"/>
          </ac:graphicFrameMkLst>
        </pc:graphicFrameChg>
        <pc:graphicFrameChg chg="add del mod modGraphic">
          <ac:chgData name="Kumar Shetter Rajendra, Shashi" userId="4a28db46-e7d2-4209-ae7b-113cf05396b3" providerId="ADAL" clId="{17F72103-E68E-4A75-B4BD-488C46BA0005}" dt="2026-06-26T08:07:39.873" v="1127" actId="478"/>
          <ac:graphicFrameMkLst>
            <pc:docMk/>
            <pc:sldMk cId="1559150598" sldId="263"/>
            <ac:graphicFrameMk id="8" creationId="{AAC7B554-6302-49EE-8493-28EC7C39812E}"/>
          </ac:graphicFrameMkLst>
        </pc:graphicFrameChg>
      </pc:sldChg>
      <pc:sldChg chg="addSp delSp modSp new mod">
        <pc:chgData name="Kumar Shetter Rajendra, Shashi" userId="4a28db46-e7d2-4209-ae7b-113cf05396b3" providerId="ADAL" clId="{17F72103-E68E-4A75-B4BD-488C46BA0005}" dt="2026-06-17T12:37:37.682" v="792" actId="1076"/>
        <pc:sldMkLst>
          <pc:docMk/>
          <pc:sldMk cId="786173291" sldId="264"/>
        </pc:sldMkLst>
        <pc:spChg chg="mod">
          <ac:chgData name="Kumar Shetter Rajendra, Shashi" userId="4a28db46-e7d2-4209-ae7b-113cf05396b3" providerId="ADAL" clId="{17F72103-E68E-4A75-B4BD-488C46BA0005}" dt="2026-06-17T12:37:13.821" v="784" actId="20577"/>
          <ac:spMkLst>
            <pc:docMk/>
            <pc:sldMk cId="786173291" sldId="264"/>
            <ac:spMk id="2" creationId="{1EC96AAD-D865-632F-6B80-C2952FBA1BEC}"/>
          </ac:spMkLst>
        </pc:spChg>
        <pc:spChg chg="add mod">
          <ac:chgData name="Kumar Shetter Rajendra, Shashi" userId="4a28db46-e7d2-4209-ae7b-113cf05396b3" providerId="ADAL" clId="{17F72103-E68E-4A75-B4BD-488C46BA0005}" dt="2026-06-17T12:37:37.682" v="792" actId="1076"/>
          <ac:spMkLst>
            <pc:docMk/>
            <pc:sldMk cId="786173291" sldId="264"/>
            <ac:spMk id="4" creationId="{65B22296-8F94-A94A-0EF7-A43D8530563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1555E-4011-033E-0A22-505A0B76C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33CE8E-4268-10D5-E6A7-A443BB1FB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D404A-8EF9-5187-3275-DB7C9F6D7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DF95-6899-4C7B-8F59-660F4D30404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08BE8B-90B4-CBC5-9C62-6130B5CE3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9EED2-BB11-DC36-2E05-7DCF658E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2E1B-571E-42DC-A9EE-4D3D81907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30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219A7-C70A-CE66-662B-F46AC3E3D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9ED4B-0764-F45A-09CE-46743B897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09AD5-B409-B107-51D7-571AF6772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DF95-6899-4C7B-8F59-660F4D30404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77934-07F6-D754-904E-0E50F0E8D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1E9DA2-8143-DB60-B832-ABCC8F502F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2E1B-571E-42DC-A9EE-4D3D81907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26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2547B-2B96-51C9-022D-AF63D8E40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BCA64-1830-FDFB-B7DB-F7748235D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D6968-4238-8886-36F7-8840CE33A0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DF95-6899-4C7B-8F59-660F4D30404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78FA7-F49A-043E-B556-6DF7316F4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1876E2-BC3F-1E13-07E7-0DA8D224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2E1B-571E-42DC-A9EE-4D3D81907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92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8B9E-6D58-8A64-5784-7BC25D175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2E4CEE-DD25-C718-5229-046CF52B50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D8CA2F-ECCF-2B1F-3333-81A66B6F1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BABE28-E410-DA21-BB41-DF4C2A440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DF95-6899-4C7B-8F59-660F4D30404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093F38-3D63-D817-C0E9-1C1933D24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045FF8-35D8-4F75-812B-1E69CEEDD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2E1B-571E-42DC-A9EE-4D3D81907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785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61EF9-3EB1-59BE-27E4-02E3E3DBC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68E8CF-D07B-1150-BBC4-20E1A74E0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4FE9F-8880-6D7B-957D-29B341D1D6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9A8DA1-2A65-BFB7-729C-33ABC0F708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928419-83C4-9E07-7CDF-17B2A5ED37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C06E43-67AA-9669-EDB6-B7AB0B3A9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DF95-6899-4C7B-8F59-660F4D30404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F8A0E-7E54-5F48-B66A-46DD81769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5A79B7-5454-A177-71C0-998ED0450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2E1B-571E-42DC-A9EE-4D3D81907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84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2646F-9E95-90F4-042D-2E801A2BA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2354BD-F54B-7D17-9ACC-DC4DEFBF3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DF95-6899-4C7B-8F59-660F4D30404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DADFED-BCDA-9DB5-30EA-612DFD07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0C5660-85AE-36C8-A01E-5BEF237A8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2E1B-571E-42DC-A9EE-4D3D81907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541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60E536-4D21-168A-924B-941A7703B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DF95-6899-4C7B-8F59-660F4D30404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7A3D1-8976-100A-3A01-E38DE8EB1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23B94-0502-436C-E52B-8D4581E04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2E1B-571E-42DC-A9EE-4D3D81907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678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54F5B-6563-028A-201E-23EDAC0FD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5AFA0-5F60-BB0B-2B69-FAFA9CAF4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0DBD63-013E-E079-0125-FDF4C0EB6B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FE5821-7F6E-7B22-9E5F-7A3A6A2EA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DF95-6899-4C7B-8F59-660F4D30404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3886B2-8160-801F-7454-D4E6D5B01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1D5F5-07F1-6406-5677-693603AA4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2E1B-571E-42DC-A9EE-4D3D81907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6539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EB00-6956-0933-8AB5-6E0A5DCD2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004233-4A5A-3054-44EA-4DCB721240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E5147-926E-24B7-6A4E-8AEE186DE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FA4014-BF3F-0E9E-B23C-FD7FB559D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DF95-6899-4C7B-8F59-660F4D30404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0675C-34B2-8232-3563-5E6678EA4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63B28-3E80-35F0-00CB-41F5C932C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2E1B-571E-42DC-A9EE-4D3D81907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69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197E7-D18D-5E9A-82B6-99FC31A4B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88A384-E044-9235-4F18-48F1FE57EE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8E8D5-720E-88AE-2611-9652AB66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DF95-6899-4C7B-8F59-660F4D30404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618CF-C558-A671-3E4B-441927718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602BC6-1511-E0D8-B2A6-9A509E940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2E1B-571E-42DC-A9EE-4D3D81907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123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02F34-DF5F-D638-719D-5DCE31A23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295E92-98B0-A880-969D-D03DF17BF7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8083A-4F9D-3EFE-9FF9-B4F4120DD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4DF95-6899-4C7B-8F59-660F4D30404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465B6-229C-D27B-FC76-6210CD34E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316FBB-A084-CDBD-5300-36F910E1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102E1B-571E-42DC-A9EE-4D3D81907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61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829F43-5758-F903-F056-2DCD3AFF3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AC20DE-B16B-B95B-DA5D-AD85710B98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46EA3-386B-62EE-73CE-78CFB81806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4DF95-6899-4C7B-8F59-660F4D30404E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541358-BFF2-BFC8-00E0-464AF31499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A8B46-1E9D-9311-2BC6-391D9C91C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102E1B-571E-42DC-A9EE-4D3D81907B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6552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D07E0-21E7-247A-E896-510880FA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Development guidelines applicable for TC501/701 TC201 ET401</a:t>
            </a:r>
          </a:p>
        </p:txBody>
      </p:sp>
    </p:spTree>
    <p:extLst>
      <p:ext uri="{BB962C8B-B14F-4D97-AF65-F5344CB8AC3E}">
        <p14:creationId xmlns:p14="http://schemas.microsoft.com/office/powerpoint/2010/main" val="1408557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624DD-E52E-951F-3090-29EFDC1BB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17575"/>
          </a:xfrm>
        </p:spPr>
        <p:txBody>
          <a:bodyPr/>
          <a:lstStyle/>
          <a:p>
            <a:pPr algn="ctr"/>
            <a:r>
              <a:rPr lang="en-US" dirty="0"/>
              <a:t>Connection Modes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4D347-C1E2-75BB-CFF4-938B12DB6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Two connection modes are supported.</a:t>
            </a:r>
          </a:p>
          <a:p>
            <a:pPr lvl="1"/>
            <a:r>
              <a:rPr lang="en-US" dirty="0"/>
              <a:t>RFID_ONLY mode </a:t>
            </a:r>
          </a:p>
          <a:p>
            <a:pPr lvl="2"/>
            <a:r>
              <a:rPr lang="en-US" dirty="0"/>
              <a:t>In RFID only mode cellular stack will not be available until RFID only mode is disconnected</a:t>
            </a:r>
          </a:p>
          <a:p>
            <a:pPr lvl="2"/>
            <a:r>
              <a:rPr lang="en-US" dirty="0"/>
              <a:t>Will not be able to receive any data/cellular call</a:t>
            </a:r>
          </a:p>
          <a:p>
            <a:pPr marL="914400" lvl="2" indent="0">
              <a:buNone/>
            </a:pPr>
            <a:endParaRPr lang="en-US" dirty="0"/>
          </a:p>
          <a:p>
            <a:pPr lvl="1"/>
            <a:r>
              <a:rPr lang="en-US" dirty="0"/>
              <a:t>RFID+WAN mode</a:t>
            </a:r>
          </a:p>
          <a:p>
            <a:pPr lvl="2"/>
            <a:r>
              <a:rPr lang="en-US" dirty="0"/>
              <a:t>In this mode data can co-exist with RFID operation.</a:t>
            </a:r>
          </a:p>
          <a:p>
            <a:pPr lvl="2"/>
            <a:r>
              <a:rPr lang="en-US" dirty="0"/>
              <a:t>User can receive cellular call. During cellular call RFID operation will not be available</a:t>
            </a:r>
          </a:p>
          <a:p>
            <a:r>
              <a:rPr lang="en-US" dirty="0"/>
              <a:t>Default connection API will initiate RFID_ONLY mode</a:t>
            </a:r>
          </a:p>
          <a:p>
            <a:r>
              <a:rPr lang="en-US" dirty="0"/>
              <a:t>Additional connect API provided to initiate connection in RFID+ WAN mode </a:t>
            </a:r>
          </a:p>
          <a:p>
            <a:pPr marL="0" indent="0">
              <a:buNone/>
            </a:pPr>
            <a:r>
              <a:rPr lang="en-US" dirty="0"/>
              <a:t>	void connect(ENUM_CONNECTION_MODE mode)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08672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935A604-EE36-86D5-E3C9-9DA83547B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0993" y="780680"/>
            <a:ext cx="9567743" cy="559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1427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E88C34-92B1-50FE-11D0-127CA4980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8847" y="3123976"/>
            <a:ext cx="6516009" cy="32008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CB55432-FD94-4ADE-2E16-061988D147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30" y="390353"/>
            <a:ext cx="9240540" cy="24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348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83C25-EE18-F624-3907-45484DB38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92827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Conditions when RFID connections will fail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640B5-CD20-1CF8-477C-10EC2C1C6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USB cable plugged </a:t>
            </a:r>
          </a:p>
          <a:p>
            <a:r>
              <a:rPr lang="en-US" dirty="0"/>
              <a:t>Low battery below 10%</a:t>
            </a:r>
          </a:p>
          <a:p>
            <a:r>
              <a:rPr lang="en-US" dirty="0"/>
              <a:t>Airplane mode</a:t>
            </a:r>
          </a:p>
          <a:p>
            <a:r>
              <a:rPr lang="en-US" dirty="0"/>
              <a:t>Will automatically disconnect if idle for more than 9 mins</a:t>
            </a:r>
          </a:p>
          <a:p>
            <a:r>
              <a:rPr lang="en-US" dirty="0"/>
              <a:t>Will automatically disconnect when user receives VOIP call and near body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591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BDFCE-85CF-F5F0-EE0D-E9AD24BFC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Multi client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FEB7D-E3C7-20AE-6256-3050A4E5B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Does not support multi client.</a:t>
            </a:r>
          </a:p>
          <a:p>
            <a:r>
              <a:rPr lang="en-US" dirty="0"/>
              <a:t>If second client attempts to connect while first client is connected. Client connection will fail</a:t>
            </a:r>
          </a:p>
          <a:p>
            <a:r>
              <a:rPr lang="en-US" dirty="0"/>
              <a:t>It’s the same reason you cannot have both Data wedge and 123RFID app connected at the same time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5758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55A47-41CB-8EA3-A24D-5F9D1E048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Features not Supported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18C06-D261-D93B-6711-8927AC4DB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0087" y="1600437"/>
            <a:ext cx="10515600" cy="2139050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AB flip configuration is not supported</a:t>
            </a:r>
          </a:p>
          <a:p>
            <a:r>
              <a:rPr lang="en-US" dirty="0"/>
              <a:t>No Firmware update</a:t>
            </a:r>
          </a:p>
          <a:p>
            <a:r>
              <a:rPr lang="en-US" dirty="0"/>
              <a:t>Periodic start/stop trigger not supported</a:t>
            </a:r>
          </a:p>
          <a:p>
            <a:r>
              <a:rPr lang="en-US" dirty="0"/>
              <a:t>CSP support is limited to factory reset and region configuration</a:t>
            </a:r>
          </a:p>
          <a:p>
            <a:r>
              <a:rPr lang="en-US" dirty="0"/>
              <a:t>Can get operation failure exceptions if we try to configure new regions that is supported from older 2.0.5.275 SDK</a:t>
            </a:r>
          </a:p>
          <a:p>
            <a:r>
              <a:rPr lang="en-US" dirty="0"/>
              <a:t>Data wedge by default always connects in RFID+WAN mode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BD6E816E-D22A-FDE2-47E8-7562A4057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4238" y="181133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50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96AAD-D865-632F-6B80-C2952FBA1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latin typeface="Arial" panose="020B0604020202020204" pitchFamily="34" charset="0"/>
              </a:rPr>
              <a:t>Recommended settings by use cases</a:t>
            </a: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B22296-8F94-A94A-0EF7-A43D853056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64932"/>
            <a:ext cx="9978053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inventory operations in small tags population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 session: S0 or S1, link: PR-ASK M4 40KHz or PR-ASK M2 80KHz, Tx power 25 dBm]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inventory operations in large tags population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 session: S2, S3,  link: PR-ASK M1 160KHz or PR-ASK M2 80KHz, Tx power 25 dBm]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• read/write operations on specific tags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[ session: S0, link: PR-ASK M4 40KHz or PR-ASK M4 40KHz, reduce Tx power]</a:t>
            </a:r>
          </a:p>
        </p:txBody>
      </p:sp>
    </p:spTree>
    <p:extLst>
      <p:ext uri="{BB962C8B-B14F-4D97-AF65-F5344CB8AC3E}">
        <p14:creationId xmlns:p14="http://schemas.microsoft.com/office/powerpoint/2010/main" val="786173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340</Words>
  <Application>Microsoft Office PowerPoint</Application>
  <PresentationFormat>Widescreen</PresentationFormat>
  <Paragraphs>40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Development guidelines applicable for TC501/701 TC201 ET401</vt:lpstr>
      <vt:lpstr>Connection Modes</vt:lpstr>
      <vt:lpstr>PowerPoint Presentation</vt:lpstr>
      <vt:lpstr>PowerPoint Presentation</vt:lpstr>
      <vt:lpstr>Conditions when RFID connections will fail</vt:lpstr>
      <vt:lpstr>Multi client support</vt:lpstr>
      <vt:lpstr>Features not Supported</vt:lpstr>
      <vt:lpstr>Recommended settings by use cases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Kumar Shetter Rajendra, Shashi</dc:creator>
  <cp:lastModifiedBy>Kumar Shetter Rajendra, Shashi</cp:lastModifiedBy>
  <cp:revision>1</cp:revision>
  <dcterms:created xsi:type="dcterms:W3CDTF">2026-06-17T09:46:34Z</dcterms:created>
  <dcterms:modified xsi:type="dcterms:W3CDTF">2026-06-26T08:09:39Z</dcterms:modified>
</cp:coreProperties>
</file>